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8c460ca304a19" /><Relationship Type="http://schemas.openxmlformats.org/officeDocument/2006/relationships/extended-properties" Target="/docProps/app.xml" Id="Rada39c26463b46cb" /><Relationship Type="http://schemas.openxmlformats.org/officeDocument/2006/relationships/officeDocument" Target="/ppt/presentation.xml" Id="Red40ec2e53aa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66f7d836b4e99"/>
  </p:sldMasterIdLst>
  <p:notesMasterIdLst>
    <p:notesMasterId xmlns:r="http://schemas.openxmlformats.org/officeDocument/2006/relationships" r:id="Rc6de34e85a83408f"/>
  </p:notesMasterIdLst>
  <p:sldIdLst>
    <p:sldId xmlns:r="http://schemas.openxmlformats.org/officeDocument/2006/relationships" id="256" r:id="R4b0c1f66ba5d4377"/>
    <p:sldId xmlns:r="http://schemas.openxmlformats.org/officeDocument/2006/relationships" id="257" r:id="Rc47531fb5fb54750"/>
    <p:sldId xmlns:r="http://schemas.openxmlformats.org/officeDocument/2006/relationships" id="258" r:id="R3f7d92c391634ab2"/>
    <p:sldId xmlns:r="http://schemas.openxmlformats.org/officeDocument/2006/relationships" id="259" r:id="Rb5121bc139694b24"/>
    <p:sldId xmlns:r="http://schemas.openxmlformats.org/officeDocument/2006/relationships" id="260" r:id="R58c54372d32f4138"/>
    <p:sldId xmlns:r="http://schemas.openxmlformats.org/officeDocument/2006/relationships" id="261" r:id="R0202b37be4664772"/>
    <p:sldId xmlns:r="http://schemas.openxmlformats.org/officeDocument/2006/relationships" id="262" r:id="Rf8da73a4672c4a9e"/>
    <p:sldId xmlns:r="http://schemas.openxmlformats.org/officeDocument/2006/relationships" id="263" r:id="R91a842d2560c4134"/>
    <p:sldId xmlns:r="http://schemas.openxmlformats.org/officeDocument/2006/relationships" id="264" r:id="Rd21fd1645a204085"/>
    <p:sldId xmlns:r="http://schemas.openxmlformats.org/officeDocument/2006/relationships" id="265" r:id="R6c52a59d49ab4d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61ac8dcd71442c" /><Relationship Type="http://schemas.openxmlformats.org/officeDocument/2006/relationships/slideMaster" Target="/ppt/slideMasters/slideMaster1.xml" Id="R90966f7d836b4e99" /><Relationship Type="http://schemas.openxmlformats.org/officeDocument/2006/relationships/notesMaster" Target="/ppt/notesMasters/notesMaster1.xml" Id="Rc6de34e85a83408f" /><Relationship Type="http://schemas.openxmlformats.org/officeDocument/2006/relationships/presProps" Target="/ppt/presProps.xml" Id="R1aea1e39a42d4065" /><Relationship Type="http://schemas.openxmlformats.org/officeDocument/2006/relationships/tableStyles" Target="/ppt/tableStyles.xml" Id="R1c33ccc6dd9d40d1" /><Relationship Type="http://schemas.openxmlformats.org/officeDocument/2006/relationships/slide" Target="/ppt/slides/slide1.xml" Id="R4b0c1f66ba5d4377" /><Relationship Type="http://schemas.openxmlformats.org/officeDocument/2006/relationships/slide" Target="/ppt/slides/slide2.xml" Id="Rc47531fb5fb54750" /><Relationship Type="http://schemas.openxmlformats.org/officeDocument/2006/relationships/slide" Target="/ppt/slides/slide3.xml" Id="R3f7d92c391634ab2" /><Relationship Type="http://schemas.openxmlformats.org/officeDocument/2006/relationships/slide" Target="/ppt/slides/slide4.xml" Id="Rb5121bc139694b24" /><Relationship Type="http://schemas.openxmlformats.org/officeDocument/2006/relationships/slide" Target="/ppt/slides/slide5.xml" Id="R58c54372d32f4138" /><Relationship Type="http://schemas.openxmlformats.org/officeDocument/2006/relationships/slide" Target="/ppt/slides/slide6.xml" Id="R0202b37be4664772" /><Relationship Type="http://schemas.openxmlformats.org/officeDocument/2006/relationships/slide" Target="/ppt/slides/slide7.xml" Id="Rf8da73a4672c4a9e" /><Relationship Type="http://schemas.openxmlformats.org/officeDocument/2006/relationships/slide" Target="/ppt/slides/slide8.xml" Id="R91a842d2560c4134" /><Relationship Type="http://schemas.openxmlformats.org/officeDocument/2006/relationships/slide" Target="/ppt/slides/slide9.xml" Id="Rd21fd1645a204085" /><Relationship Type="http://schemas.openxmlformats.org/officeDocument/2006/relationships/slide" Target="/ppt/slides/slide10.xml" Id="R6c52a59d49ab4d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0ea428e0f8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3b771278e4670" /><Relationship Type="http://schemas.openxmlformats.org/officeDocument/2006/relationships/notesMaster" Target="/ppt/notesMasters/notesMaster1.xml" Id="R66ec4c0deb79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7f3e582b74019" /><Relationship Type="http://schemas.openxmlformats.org/officeDocument/2006/relationships/notesMaster" Target="/ppt/notesMasters/notesMaster1.xml" Id="Rccc196c3df38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af04e357704f5c" /><Relationship Type="http://schemas.openxmlformats.org/officeDocument/2006/relationships/notesMaster" Target="/ppt/notesMasters/notesMaster1.xml" Id="R2a009e2abd1e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8a98748754112" /><Relationship Type="http://schemas.openxmlformats.org/officeDocument/2006/relationships/notesMaster" Target="/ppt/notesMasters/notesMaster1.xml" Id="Rc7991f0a3d7844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eb3082efb406d" /><Relationship Type="http://schemas.openxmlformats.org/officeDocument/2006/relationships/notesMaster" Target="/ppt/notesMasters/notesMaster1.xml" Id="Rd7d0d416a06648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9f8a52dc8740af" /><Relationship Type="http://schemas.openxmlformats.org/officeDocument/2006/relationships/notesMaster" Target="/ppt/notesMasters/notesMaster1.xml" Id="Rbb2154d1a11148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4ce3fe6d3e4eb6" /><Relationship Type="http://schemas.openxmlformats.org/officeDocument/2006/relationships/notesMaster" Target="/ppt/notesMasters/notesMaster1.xml" Id="R1c9de6864260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ce24e6df684a09" /><Relationship Type="http://schemas.openxmlformats.org/officeDocument/2006/relationships/notesMaster" Target="/ppt/notesMasters/notesMaster1.xml" Id="R2ae5027911a741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b397e89ca24b89" /><Relationship Type="http://schemas.openxmlformats.org/officeDocument/2006/relationships/notesMaster" Target="/ppt/notesMasters/notesMaster1.xml" Id="Re534346efbfa43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3a5e843e64e0a" /><Relationship Type="http://schemas.openxmlformats.org/officeDocument/2006/relationships/notesMaster" Target="/ppt/notesMasters/notesMaster1.xml" Id="Ra5225c3cfc1143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开场建议：这个项目研究的不是让大模型自由生成界面，而是如何把模型理解能力接入一个可验证的 UI 编译链路。封面右侧就是贯穿案例的最终卡片。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这一页先建立问题。小尺寸卡片的风险不是单纯不好看，而是事实、交互能力和最终布局都会出错。项目用分阶段验证来控制这些风险。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完整口径：自然语言先进入模型或本地提取器，得到 SemanticDocument 2.0。规则层只消费语义结构与宿主 context，生成 Element DSL。DSL 不带坐标，由布局与视觉引擎搜索候选。最后通过 Delivery Gate 才渲染。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导师若问为什么不让模型直接输出 DSL，可以回答：模型适合做开放语义理解，但动作能力、资源真实性和布局约束需要确定性验证。分工后能够定位错误究竟来自理解、决策还是渲染。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 SemanticDocument 的价值。它没有把“不要清理内存”压缩成模糊的 none，而是明确保存 requests 为空、forbiddenIntents 包含 cleanMemory。规则不再需要重新理解自然语言。案例数据来自 local-v2-calibration-r4 的 cal-03 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完整输出是 ready，但 ready 不是只表示规则选完组件。这里 DSL 合法、布局 solved、质量 passed 三个条件都成立，所以 deliveryStatus 是 deliverable。最终只有标题和 miniProgress，没有按钮，也没有未经验证的应用图标。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这一页用四个已复现的问题说明系统不是只追求出卡率。事实有矛盾或量程异常时需要澄清，必要内容无法在 2×2 卡片无损表示时返回 unsupported，非卡片任务返回 no_card。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评测拆成三层，是为了回答三个不同问题：模型有没有理解对，规则有没有决策对，最终有没有交付对。端到端额外统计 incorrectCards，防止系统靠大量出卡制造表面高覆盖率，也防止靠全部拒绝制造低错误率。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这里要明确区分本地校准结果和 Qwen 泛化结果。45 项自动测试已经通过。local-v2-calibration-r4 中语义理解 12/12、规则决策 12/12、8 个支持样本全部正确出卡、4 个非 ready 都合理、错误出卡 0/12。但这些不能当作 Qwen 成绩。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收尾建议直接说这一句话。限制也要主动说明：独立数据只相对开发校准独立，并非外部双盲；云端 Qwen 结果不能直接代表端侧量化性能；宿主资源验证仍属于宿主提供的证明。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ff6ebd43b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02cad58e2d42a4" /><Relationship Type="http://schemas.openxmlformats.org/officeDocument/2006/relationships/slideLayout" Target="/ppt/slideLayouts/slideLayout1.xml" Id="R72179bd204394b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79bd204394b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eb117da064f38" /><Relationship Type="http://schemas.openxmlformats.org/officeDocument/2006/relationships/notesSlide" Target="/ppt/notesSlides/notesSlide1.xml" Id="R017fd8ce485448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89323c9e647b2" /><Relationship Type="http://schemas.openxmlformats.org/officeDocument/2006/relationships/notesSlide" Target="/ppt/notesSlides/notesSlide2.xml" Id="Re438ebe1f9f1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29ed887234d79" /><Relationship Type="http://schemas.openxmlformats.org/officeDocument/2006/relationships/notesSlide" Target="/ppt/notesSlides/notesSlide3.xml" Id="R196431af9f334b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82bd1886a4903" /><Relationship Type="http://schemas.openxmlformats.org/officeDocument/2006/relationships/notesSlide" Target="/ppt/notesSlides/notesSlide4.xml" Id="Rc32a1b3fcb244a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76d64e8c496f" /><Relationship Type="http://schemas.openxmlformats.org/officeDocument/2006/relationships/notesSlide" Target="/ppt/notesSlides/notesSlide5.xml" Id="R97a482bfd333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469d6d09f4962" /><Relationship Type="http://schemas.openxmlformats.org/officeDocument/2006/relationships/notesSlide" Target="/ppt/notesSlides/notesSlide6.xml" Id="R3201e35c92f345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8ed71c3c4ea5" /><Relationship Type="http://schemas.openxmlformats.org/officeDocument/2006/relationships/notesSlide" Target="/ppt/notesSlides/notesSlide7.xml" Id="Rd9c272e66b1c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9f18ddab4fd0" /><Relationship Type="http://schemas.openxmlformats.org/officeDocument/2006/relationships/notesSlide" Target="/ppt/notesSlides/notesSlide8.xml" Id="R7a320a1860ae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d821dac0447b" /><Relationship Type="http://schemas.openxmlformats.org/officeDocument/2006/relationships/notesSlide" Target="/ppt/notesSlides/notesSlide9.xml" Id="R13092ce84557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77181ff9f418e" /><Relationship Type="http://schemas.openxmlformats.org/officeDocument/2006/relationships/notesSlide" Target="/ppt/notesSlides/notesSlide10.xml" Id="R0db0acac2b354f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0833C-ED9D-4956-AA01-0393B786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2FDB9-7F38-496A-B564-C825438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生成式 UI 的可验证方法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E605B-061E-4FB5-8B6A-4ED3618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D4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D4E6"/>
                </a:solidFill>
                <a:latin typeface="Microsoft YaHei"/>
                <a:ea typeface="Microsoft YaHei"/>
                <a:cs typeface="Microsoft YaHei"/>
              </a:rPr>
              <a:t>从自然语言到可交付 2×2 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EFDF-AB32-462C-B12B-E6856E62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5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5A9C1"/>
                </a:solidFill>
                <a:latin typeface="Microsoft YaHei"/>
                <a:ea typeface="Microsoft YaHei"/>
                <a:cs typeface="Microsoft YaHei"/>
              </a:rPr>
              <a:t>模型理解语义，规则做产品决策，约束引擎保证交付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23A6F-E4CF-4BA9-9EEE-502AC962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305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FFACE-FDA6-47B4-8A23-E65B504C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导师汇报版 · 2026-09-08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356A3-20D2-4AD3-B50A-D1672F10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430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3252"/>
          </a:solidFill>
          <a:ln xmlns:a="http://schemas.openxmlformats.org/drawingml/2006/main" w="19050">
            <a:solidFill>
              <a:srgbClr val="2B58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A17B5-8F04-42AD-88BE-1220C64B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466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手机电量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846AF-4976-4CB2-BAB5-B8397E2D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002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69207-E93E-45FB-AC01-DE6B0D2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95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1D7"/>
                </a:solidFill>
                <a:latin typeface="Microsoft YaHei"/>
                <a:ea typeface="Microsoft YaHei"/>
                <a:cs typeface="Microsoft YaHei"/>
              </a:rPr>
              <a:t>剩余电量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296A7-2DC2-4713-8E40-EF5D1E7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43250"/>
            <a:ext cx="180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A150E-97C7-46C6-BF98-4AD8454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43250"/>
            <a:ext cx="323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D3F12-60F5-49D5-AD0C-E4F3B2F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90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无按钮 · 无虚构图标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35DB2-ACC7-42D6-AFD7-29A63B49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0C156-2EE2-4F1C-92CD-007EA11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053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A86C7-736F-463D-89F7-B5CE49C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9AE1D-D6CF-487D-B385-C2889773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053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8A668-9A97-4E0E-BCEC-56C67A97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8C98A-213D-451E-8D23-FC50904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核心案例贯穿整套方法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03540-6576-44CB-849C-92A57B6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DD507-D25D-49AE-A195-4C55A3F2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6735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802A9-E93F-4A8F-8E05-E8D5FC0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AD45-BBE9-4F24-8939-6BD1E4A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任意自然语言怎样稳定地变成一张小尺寸卡片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39C1A-EF00-435C-99A9-9994C4A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523E5-B307-41C4-8B24-A0F8B6B1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直接让模型输出 UI，容易出现三类问题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9049B-F6B5-4D31-810C-6E51864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C97F0-8004-4AE5-B0D1-6CAF720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A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5BC5C-1F42-4978-B07C-1699226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事实被改写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DE6ED-8C64-4AC4-8639-7EA4D499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负号丢失、纠正关系误判、单位混淆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16C64-3FAD-4DC7-BA2E-E345D04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CA167-E90A-4C20-B678-82F55000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3A3D0-0153-4CDA-A1D4-3334E336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能力被虚构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3A89F-BDE3-46C0-8808-670627E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生成宿主没有注册的按钮、事件或图标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FDE9A-8010-4F80-A32B-449BF35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8D897-D3B2-4554-BEFB-BB490B1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462AF-123C-4882-A485-1A4CFB5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布局不可交付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CB3DF-3411-4562-9103-8FDF1EB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文字截断、元素越界、触控区域不足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2202F-7A04-4B16-B8C0-74FFB691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50482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ED653-B648-4B78-B900-6460C65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项目的回答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2B869-4DB9-4AD9-B26A-E1742E6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把生成过程拆成可检查的阶段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C687C-BF03-48E8-9B7B-262713F7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模型只提取结构化语义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1D2C2-E14D-4EFC-8161-622D654F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规则结合宿主能力选择组件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05C86-545D-44AD-8988-69CF349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DSL、布局与质量门禁决定能否交付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F22A2-A63E-4D51-872D-5A0DCB7E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2B2B1-DDA2-40C5-8F1E-E427DA90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目标：正确出卡，也正确拒绝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D1AC8-2DC4-406B-AAB4-5F6B700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57694-3F3A-47DE-A737-25D16DB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02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D8E00-CA48-4259-9CBA-A73F190B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完整方法链路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54226-CD61-4497-85CB-8B2702C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每个阶段只处理一种问题，并把结果交给下一阶段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D1DA4-0AE6-42FD-9B41-BF220A8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7C185-3AFD-49ED-917A-60FC680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657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05189-75B6-4205-9E6C-C14CE8D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657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6756E-0DDE-4480-B785-99D7883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自然语言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C860-F711-4A17-9AFC-31026988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用户内容与要求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3EFCF-5D32-47F9-A2E1-84545629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4B2C-8E9E-41BE-BC1C-F5B7D6BC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62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60EFA-464B-45C9-88C0-A9B8E4AF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6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A7E53-A04D-4937-8146-B891661E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764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语义文档 2.0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84FB8-1500-4E9A-AC3F-5B8B7F0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4317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事实、单位、主次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否定、纠正、动作语义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A5DF9-D5AE-473D-88C5-131C3C1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A6CFB-DFEC-421B-A862-4D00EFC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FF375-FF7F-4725-A516-E4DCCAB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91EF8-8DFD-4076-8800-CE7F0B7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B329B-F1F4-4A6D-9F98-FFD7AFBC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组件选择与四态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不读取原始自然语言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3440B-6C72-442A-9DDA-B51C8388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D9ED4-D892-4980-9029-73A870F3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94C10-711D-4730-B6F8-1C3AF415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34484-AEC4-404D-86ED-A23B752F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Element DSL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25E88-FB51-4FF8-A34A-057EB66B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只描述元素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不包含坐标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42BEB-67E1-496E-9568-42A566D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1B597-D1FF-40C6-9284-5F9A947F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4F9F3-FD09-4EEF-BE3F-5EB7D0C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0D1F5-471A-421C-B03A-F2BFB06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布局与视觉求解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2B883-1A22-4CC7-A204-DA173847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候选搜索、测量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语义配色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3C2C9-8AAD-4051-94E2-118096D9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43350"/>
            <a:ext cx="6705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1A69D-56D6-423B-96F4-C8E7A16E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0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Delivery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4D309-D79B-4C92-8670-950ABAC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DSL 合法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012FB-EAE8-4FDB-9EDC-2652418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布局 solved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11DC-2CD9-4314-B9BF-D5A802C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质量 passed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44F21-D4D8-45C8-BE73-061C825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054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0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0E3"/>
                </a:solidFill>
                <a:latin typeface="Microsoft YaHei"/>
                <a:ea typeface="Microsoft YaHei"/>
                <a:cs typeface="Microsoft YaHei"/>
              </a:rPr>
              <a:t>三个条件同时满足，ready 才真正代表可交付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05929-5BCD-4D40-9C0B-E81C7DC2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160×160vp 卡片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6CFC38-A897-4227-AA7A-327D5B56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0CF83-186E-4AC7-BD20-976E18D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479AA5-C89D-4CBE-A536-ACDF6CD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33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最终渲染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44046A-F942-437B-92AE-485C4D49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BB73C-5883-420F-B141-F385F230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4036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2824B5-F7F1-4716-BB97-6E5D6DB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模型、规则与宿主的分工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C64A8-82F4-4285-8460-3BE665C2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把概率性理解和确定性产品约束分开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ABE74-AC8F-448A-9F7B-48E35BCC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11BFC-46E1-4B86-AFC3-DCDA7284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31FC7-667A-48B6-879C-3F78832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4409-6E6C-4273-85AF-E03C3F35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模型：理解用户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15B0E-6BDD-43D2-87D9-2B8FC62F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3DE04-581B-4B37-9239-0E70EB8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提取事实与单位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A9A19-6D26-4CE4-9F18-8B005E26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60E4-FCE3-490A-8CCA-2DA9519E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识别主次、否定与纠正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FDC2F-79CD-4734-BCAC-1600247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11877-0149-44E4-B06B-F1152F6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表达动作请求与展示偏好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511C8-8168-47F3-AA61-9A259FD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3F75E-4813-4238-937F-79807F7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不输出组件、事件名或坐标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BF86A-8149-44B6-9883-2AD6CA6F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3A9AC-6F44-468A-A899-E1E518B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0814A-0DE8-455D-B005-0F25CDD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规则：做产品决策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9F8B7-B29B-451B-A8D4-FC4E0132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89BF3-833B-4FAC-84E9-0AF9A7F8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按数据类型选择组件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A0185-183D-433D-9F5C-ADB93637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B93CC-ACC5-448F-814D-2445AF31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处理冲突、量程与必要信息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F5909-9E96-4D28-A38E-AFFFE40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2C6B8-730F-4963-87CC-6EB7968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输出四态结果与命中规则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5306C-DDEA-41BF-AB35-E196B587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07E0A-CA8F-4A86-BCB7-3251A308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不重新解析原始自然语言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BB849-0058-43D1-AB6D-3E7BEFB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3D0EE-2D6A-4B95-8BD2-49F3D3C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5CA82-45AF-4FC6-B808-2DF60A3E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宿主：证明能力存在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F54F1-455A-447B-92B3-DC416AD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A0ACA-E991-489A-A1F5-EA8725D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提供已注册动作和事件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D0D2F-03A1-4AEE-A361-35AD47D2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67A849-72B1-445E-A69A-4BDC9E4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验证应用身份、图标和图片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4215CD-F743-444C-B483-C191194B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EC8118-7F22-404B-BF8D-506E0C6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报告能力当前是否可用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E91110-0780-4E48-99E3-C80FDCFC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8F19A4-B818-4C22-9343-F5F5671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能力存在不等于用户要求显示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E3B073-F70C-46EE-B982-C3C5C98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9120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关键原则：可信的中间表示，让每一层都能单独测试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018B4-1409-478D-AB51-7447BBB2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4A07ED-8F92-4009-B8AA-7C33115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452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FFB9B-A67E-4773-97FA-CEF5398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完整案例：语义提取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37836-66E2-4152-A847-D18A442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输入包含一个事实，以及对特定动作的否定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22B56-3D16-4D9D-866A-BE7AF80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41E2C-C06A-4B57-838D-6719E0F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DD608-18F4-4FFC-A029-85C4A01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EC0D5-13ED-4F6A-A249-5D913E3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811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“手机电量 18%，不要清理内存。”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DBD41-D6BE-4118-8657-9991426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095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89079-14E4-49C4-8C2E-B1BAC1B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旧路径可能犯的错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4E2E7-DA90-484C-8532-06CC3283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规则再次读原句，用关键词或正则猜含义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9BCBE-DD58-442C-838D-3E8EF86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看到“内存”与已注册能力后，错误生成清理按钮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6E4E0-FA6B-4EDC-861D-CA2EDD05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模型贡献无法被单独验证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4513E-3A97-44F4-A27A-9696A50A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007F7-B9A4-458F-B3D8-8A8C089F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57340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C179B-F61E-47D2-B880-F71D36B8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SemanticDocument 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F055F-C059-4D52-96FD-7168FBE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       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25425-E943-41C4-ABC2-8677E45B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domain      energy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9E666-83DA-4070-AD4C-5021566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fact        battery = 18%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7D9BB-EED1-418B-9844-90D0418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role/status primary · current · asserted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AA18E-D5C7-447B-A3BC-52A4E2B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requests    [ 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93133-3BD1-4DB9-AF88-E4B58364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forbidden   [ cleanMemory 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BE1AF-6AA3-4B85-9BEB-17652A8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10250"/>
            <a:ext cx="2590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2D9EB-4E60-41D7-8D05-D37468B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293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否定范围被明确保存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D4E3B-4B77-4A67-91A5-ED24B360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9FC78-9AAC-4873-B725-E8964606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9808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8B6C37-DCC9-4938-B502-76A6B81F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完整案例：规则决策与交付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990EB-7392-4BC9-AA9C-838391D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结构化语义进入规则后，得到可解释、可验证的结果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6B98E-F6E8-4ED9-8B97-B157D59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573E0-4DBF-4B17-9885-FCC17C8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规则命中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E1F67-4466-480C-8853-2E981186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15F1-9A52-4A0A-B1F7-1506967E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2A435-70FA-4B6C-9049-684209E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有界百分比选择 miniProgress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9D711-826B-44B8-9BAD-F072E2CA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E9713-8597-4B09-AC0F-A9756E53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931E9-E308-4CE5-B23F-044F929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没有动作请求，默认不显示按钮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388FD-4F4C-4D38-B92F-387DB78D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9F5BF-DD19-45CA-BA5E-2925F70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V01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5773F-2FF2-4E26-8BCD-F056494F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显示短标题，帮助识别主题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D7AAA-47F4-4AF0-B305-ECEDDF2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5851F-BCBE-456A-B634-6B9737EA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V02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DFFE4-46E9-419B-ACB0-53B848E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主指标承担主要视觉层级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52176-D284-4E5F-AE47-D7039E7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省略记录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D1697-7EF4-4DE8-8572-4D80861C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action：只有特定动作禁止，没有剩余动作请求</a:t>
            </a:r>
          </a:p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appIcon：宿主未证明应用资源可用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D461C-BA93-4242-A608-29714937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2724150" cy="40957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460D-892B-4AA6-A08A-BFE2DB21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Element DSL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9B9C5-B4E6-4979-8CA7-ECB54BC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209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手机电量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miniProgress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value: 18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displayValue: 18%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label: 剩余电量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AB302-69F5-4B86-9213-F69FA490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2445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326C1-8A2C-4F02-A04F-341A009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7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7CF0"/>
                </a:solidFill>
                <a:latin typeface="Microsoft YaHei"/>
                <a:ea typeface="Microsoft YaHei"/>
                <a:cs typeface="Microsoft YaHei"/>
              </a:rPr>
              <a:t>无坐标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17580-F08B-4A2B-AB11-03276E3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B375D-27B4-4D91-86D7-CE774671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2669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3252"/>
          </a:solidFill>
          <a:ln xmlns:a="http://schemas.openxmlformats.org/drawingml/2006/main" w="19050">
            <a:solidFill>
              <a:srgbClr val="2B58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6352A-B6DD-4238-870B-CBDEF6B5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手机电量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64905-C931-4C0B-B986-B72DF971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FB4BB-8C63-4A70-A3BD-20251BAA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剩余电量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88B41-F6D1-4281-BFB6-559C08A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76650"/>
            <a:ext cx="16764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0EF912-73BC-4002-A233-09CFF7E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76650"/>
            <a:ext cx="304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CFC88-0658-464E-84CF-BF8624D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没有清理按钮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3311E-BE8E-4401-AD52-272DE933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交付门禁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7FBB4E-EFC5-4731-BB2C-AFC3CC0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990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E8DAD2-59A4-4B6E-AE2F-C7C97D7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DSL 合法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B241EE-7ADD-47DC-8942-448A2DE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01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58D2C-2A4B-4977-8870-7B36325D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布局通过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85B28-BF36-4915-802F-7C5DF661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483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93DFC-4919-4E3C-8BEC-60B5D9CA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673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质量通过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32BAE3-FBEC-402C-9FEA-81C281AA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5A2710-DCC2-4351-9575-0D9A5F8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1226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E4F97-1BCE-4F28-B142-ED5AF9E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边界输入的处理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F4B00-9E9B-4391-96A0-0442529E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系统需要避免错误出卡，也要在必要时停止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1154-EA97-4657-8DC1-C30F4832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BBD1A-0F8E-454C-A74C-66EE5CC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39A8C-D56C-4845-AFA0-2D769BD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语义结果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52234-D5A2-4FD0-B4A1-DAA26CC6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系统状态/组件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798DA-059E-413E-864C-EC68F78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避免的错误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56372-99C3-4FC5-9EF4-6227A918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B92B2-5CBA-4F14-9005-44CCF8F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今天专注 25 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FE1A7-6225-47C2-832B-0A95BEB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duration = 25 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125B8-F50B-46CF-B06C-75A3BAD1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heroMetric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1E96B-5188-4F13-B588-193FE8D7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0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不再误判为“评分 25 分”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38337-086C-49D1-8BDC-A545F4E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8D420-B1D6-4460-B6C6-919E7F07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不是电量 18%，是内存占用 18%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43DC5-CAE3-478A-8132-457F4E1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旧事实 superseded</a:t>
            </a:r>
          </a:p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新事实 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A7A2A-FEE0-4DE1-80A0-243369FD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miniProgress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24629-C6DA-4495-8248-74E043A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只显示内存占用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7B032-E438-4F22-AB66-519D1E1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20C3F-5BE9-4A70-855B-F214C02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设备显示电量 −5%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A438B-F94F-4CEF-AE23-A747CE86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52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负号原样保留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48ED5-51DF-433E-B36D-EEBCB79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needs_clarification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B9A7A-9D07-4F04-9927-5376D7D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不把 −5% 截成 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DC798-98A5-4D01-933A-C678375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E4CC3-E924-452D-B972-19731A6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长通知末尾含“会议已取消”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3B817-F15D-4BDD-8EA2-9D8223C3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43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必要文字完整保留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4568B-64CB-42A3-AF28-671051D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unsupported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55CA1-B644-4843-AE6D-027B1FBE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720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不截断后伪装成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F3D2B-B80A-4C8E-B544-A98E6D0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115050"/>
            <a:ext cx="735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四态：ready · needs_clarification · unsupported · no_card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7411CF-CC7A-4330-9571-76D7851D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71297-A927-40F2-BE37-30285F2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7072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073CF-C383-4524-A6DC-4C88404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分层评测方法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08402-605E-4D6D-AD60-38D0524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模型理解、规则决策和端到端交付分别计分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AD306-664F-47A1-9036-B9234A6C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1C677-E0CD-458F-AE22-00FC2A4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AE33C-B77B-45A1-94AF-BBB5F96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7358A-CDF7-474E-B7A8-8B6D4F5B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AF8DB-DC1E-4B20-80E1-0001BFAA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模型理解测试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8E3EA-DC17-46A9-9631-0FCF65D5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事实、单位、否定、纠正、多指标、主次、动作语义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AD26C-9033-4875-998F-7EF8F0A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52CE0-A26A-476A-B30E-6A93525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6F0C0-1305-43EE-98F1-105E3EF8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7467E-39F3-4A29-9CFF-C854BDFE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62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规则决策测试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61E6B-74FC-4463-9101-EB268EB8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输入人工确认的结构化语义，检查组件、能力匹配与四态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7A8A2-984F-440C-89AA-AEB464B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5B0E4-C449-4026-97EB-5BEDDE84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48554-722D-4756-A10A-F7860DAE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ACBF0-A74F-4811-9BA6-E73F0CC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端到端测试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21F93-5FDD-4815-B21F-5DAF7C7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真实模型输出进入同一规则层，统计正确卡、错误卡与合理拒绝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88B8B-1BF3-4A3D-99C4-E33A0A73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241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FB510-0DF9-4C47-BEDE-74EC897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624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1ED25-C097-4E70-A545-11D2C44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端到端核心指标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9072D-61C9-426D-8828-C62C290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正确出卡率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E2787-6021-40E2-8D3E-A082E7C1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错误出卡率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3E366-637C-49DE-BFAA-66B15042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合理非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8313D-56C8-42F0-B189-50ED01F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最终可交付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ADDE7-FB19-423D-8EC9-8DD070D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C84E3-8D45-48D3-9192-88DC007A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052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A6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85B8D-B13B-47C9-BFB6-BD2F3B7A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291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A34E5-D558-4CF8-9DDE-35B7A6B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37FF9-F0C1-4370-A1CB-FC79E6D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4830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4779CF-9818-4841-A650-6A1A3EF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不能用同一总分掩盖错误来源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6848D-D312-4432-B17F-683C4440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50AFF-7BF1-4CEB-970C-B138B0B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5307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94677-9909-455C-98F6-0AD2113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CB5C-BFEF-46C1-84CF-F2651B6B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已经具备运行独立 Qwen 新输入实验的工程条件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9765F-382C-4E28-93F1-B53EA39C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A75F1-5303-49D6-A6F2-7BBEB68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FC2DE-C4DB-4F97-8937-AB3C2727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D1192-EBC1-4481-95DA-60C9258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39 语义/决策 + 6 渲染/API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1351A-A6C7-4E97-891C-2C5568CC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2E95-00BB-4E6C-8579-A8728BC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本地语义理解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4DAB-48A0-402D-968D-1697DBF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校准集，只用于工程自检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185AA-1E21-4A66-B04C-2416F8ED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3F292-EB34-4A9E-9265-A447D1E8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规则决策正确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62467-5456-4D9F-B7BC-AA5D179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8 张正确卡 + 4 个合理非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ABE33-D3C4-4608-A4DD-12C087C9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0/12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71379-6941-4BEA-9C73-957D3E0A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错误出卡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F8B49-CF4F-484D-A3CE-43882910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本地校准结果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3BABC-FAA2-45CB-82B9-AC3BAF20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63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C4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1A681-C5D5-41D9-9C4A-605D315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B1998-B841-499E-9CE6-41F6011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v2 语义接口接通规则层；否定、纠正、负号、长文本边界已修复；独立 12 条输入已冻结并通过预检。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A9E43-7EFF-42C7-8DF0-1903D7C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70F92-86BD-4727-8B83-AE8D3345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388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停在真实 Qwen 调用之前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25B17-ECA7-4200-B737-37D606B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FC1A6-0FA5-4C3E-9A97-36BABA0B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3074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E2EF2-0375-4855-98C4-0726024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1BEDA-9391-4898-AD43-AC16B33A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当前贡献是可验证的方法框架，下一步才测小模型的真实贡献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F425-504F-4A89-A1E6-3581E53F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28E3D-44C0-4689-A91C-8E148F3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D9CF-E2EA-440E-B4D2-3ED8C84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7AB5B-E01A-491B-864E-E9F5A7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SemanticDocument 作为模型与产品规则之间的中间表示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0FB1C-6DBF-459B-8E91-574B5951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DFF3E-6055-47D7-9355-6D3EC0C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模型、规则、宿主能力和渲染引擎的职责边界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36589-D767-400E-8061-48FCA0F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949BB-9DD5-497D-8616-10164F4C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正确出卡与正确拒绝并重的四态决策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2702D-91A1-42E5-9972-089DAC2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72E10-3CC8-46BE-BA50-31F97E6F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可定位错误来源的分层评测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E7866-36AA-4CDC-96B6-95BD5CAA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D063-06EA-4910-9F13-26B8CC70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下一项实验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C1F25-8504-4433-B0EA-9B0DA925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冻结的 12 条独立新输入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832EC-FF7E-48E7-A9D2-A33EF45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Qwen3-8B 输出 SemanticDocument 2.0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2AB0A-35F5-43A3-937F-5C29EF09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进入同一规则与交付门禁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1A913-E16F-4842-A1F0-ED890DB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报告理解、决策、错误出卡和可交付指标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F5404-049A-482C-B857-88967DD9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8D4EA-81C4-414C-A7B2-FCFB346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30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不使用本地回退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E0DBF-84D8-4629-81AE-E7743BDF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515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1D617-CEC2-4BE2-B311-F8EB66F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2108E-EAE2-48C0-BB6F-42544905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86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小模型负责理解，确定性系统负责把理解变成可信、可执行、可交付的 UI。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66744-D656-4F3E-BEC3-4D6DC194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649A7-BDBF-4ABB-970D-D145D77A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4157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2026-09-07T16:12:57.0540000Z</dcterms:created>
  <dcterms:modified xsi:type="dcterms:W3CDTF">2026-09-07T16:12:57.0540000Z</dcterms:modified>
</coreProperties>
</file>